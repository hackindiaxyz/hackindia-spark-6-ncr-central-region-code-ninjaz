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41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B3CD9-643D-C21D-EA2A-E8B8F19C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A9E50-074B-F000-2E43-E737AEA4F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87E09-85F4-166A-0D0F-E7BCE0860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DD31F-CD47-DE56-3E30-B33F4D289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2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29260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HIRING  ·  ON-CHAIN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AgentHire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your skills.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hired on merit.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5029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Code Ninjaz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813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Verma  ·  Bhavya Anand  ·  Naitik Yadav  ·  Arnav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33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Sonepat  ·  HackIndia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960120"/>
            <a:ext cx="2423160" cy="777240"/>
          </a:xfrm>
          <a:prstGeom prst="rect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960120"/>
            <a:ext cx="29260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96012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9712" y="960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Interviews You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48272" y="1737360"/>
            <a:ext cx="54864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2057400"/>
            <a:ext cx="2423160" cy="777240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057400"/>
            <a:ext cx="29260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05740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9712" y="2057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Skill Score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48272" y="2834640"/>
            <a:ext cx="54864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154680"/>
            <a:ext cx="2423160" cy="777240"/>
          </a:xfrm>
          <a:prstGeom prst="rect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154680"/>
            <a:ext cx="29260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154680"/>
            <a:ext cx="292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39712" y="3154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Certificate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is broken — for both sides of the 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2670048" cy="306324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07008"/>
            <a:ext cx="2670048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20700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Fake Credentials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" y="219456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self-reported with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verification. Anyone can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anything.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2670048" cy="30632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07008"/>
            <a:ext cx="2670048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20700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 Overload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250+ CVs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role. Talented candidates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lost in the noise.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1207008"/>
            <a:ext cx="2670048" cy="306324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53328" y="1207008"/>
            <a:ext cx="2670048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120700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0488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 of Waiting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0488" y="219456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time-to-hire is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weeks. Candidates lose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and opportunity.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4370832"/>
            <a:ext cx="8449056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708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$215B  Global Recruitment Market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33472" y="4462272"/>
            <a:ext cx="36576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43708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 Employers Struggle to Hire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82312" y="4462272"/>
            <a:ext cx="36576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3708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Wks  Avg Time-to-Hire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31152" y="4462272"/>
            <a:ext cx="36576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43708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 Faster with AI Screening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Solutions &amp; Gaps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patch the problem. They don't solve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1773936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67712" y="1207008"/>
            <a:ext cx="2871216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207008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85232" y="1207008"/>
            <a:ext cx="3328416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2070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682496"/>
            <a:ext cx="177393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8249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67712" y="1682496"/>
            <a:ext cx="287121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682496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connections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85232" y="1682496"/>
            <a:ext cx="332841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682496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Self-reported, unverified skills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157984"/>
            <a:ext cx="1773936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5798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HireVue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67712" y="2157984"/>
            <a:ext cx="2871216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157984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85232" y="2157984"/>
            <a:ext cx="3328416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157984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task challenges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2633472"/>
            <a:ext cx="177393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3347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67712" y="2633472"/>
            <a:ext cx="287121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2633472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85232" y="2633472"/>
            <a:ext cx="332841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6334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scoring or on-chain proof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" y="3108960"/>
            <a:ext cx="1773936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089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67712" y="3108960"/>
            <a:ext cx="2871216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10896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tests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85232" y="3108960"/>
            <a:ext cx="3328416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108960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coding — not holistic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" y="3584448"/>
            <a:ext cx="177393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8444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67712" y="3584448"/>
            <a:ext cx="287121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3584448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certificates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285232" y="3584448"/>
            <a:ext cx="3328416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58444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attendance, not performance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47472" y="4206240"/>
            <a:ext cx="8449056" cy="685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 No platform combines  Live AI Challenges  +  Instant Scoring  +  Blockchain Proof  in one flow.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4" name="Text 42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breakthrough moments.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resume with a 5-minute AI interview—scored instantly, verified permanently on blockchain.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2670048" cy="32461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63040"/>
            <a:ext cx="2670048" cy="68580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5087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Interviews You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" y="2697480"/>
            <a:ext cx="64008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Aria, our AI hiring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" y="3200400"/>
            <a:ext cx="64008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3172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CV needed — just perform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" y="3703320"/>
            <a:ext cx="64008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" y="36758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real challenges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72384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1463040"/>
            <a:ext cx="2670048" cy="324612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463040"/>
            <a:ext cx="2670048" cy="685800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5087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337560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 Skill Score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64992" y="2697480"/>
            <a:ext cx="6400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502152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Relevance, Depth, Creativity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4992" y="3200400"/>
            <a:ext cx="6400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3172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per challenge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3703320"/>
            <a:ext cx="64008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36758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weighted score with breakdown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25312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53328" y="1463040"/>
            <a:ext cx="2670048" cy="3246120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1463040"/>
            <a:ext cx="2670048" cy="685800"/>
          </a:xfrm>
          <a:prstGeom prst="rect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90488" y="15087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90488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 Certificate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2697480"/>
            <a:ext cx="64008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670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minted on Polygon Mumbai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200400"/>
            <a:ext cx="64008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172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— verifiable forever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703320"/>
            <a:ext cx="64008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6758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role + timestamp on-chain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472" y="4828032"/>
            <a:ext cx="8449056" cy="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features. One complete hiring revolution.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4151376" cy="171907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07008"/>
            <a:ext cx="4151376" cy="3017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207008"/>
            <a:ext cx="4151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4632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Role-Specific AI Interview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" y="1984248"/>
            <a:ext cx="54864" cy="1463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568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challenges per job role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" y="2203704"/>
            <a:ext cx="54864" cy="1463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762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follow-up questions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" y="2423160"/>
            <a:ext cx="54864" cy="1463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957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coding, design, strategy roles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2642616"/>
            <a:ext cx="54864" cy="14630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151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API with locked prompts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1207008"/>
            <a:ext cx="4151376" cy="1719072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1207008"/>
            <a:ext cx="4151376" cy="3017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1207008"/>
            <a:ext cx="4151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3-Axis Scoring Engine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984248"/>
            <a:ext cx="54864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19568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40% — Did you solve it?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203704"/>
            <a:ext cx="54864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74336" y="21762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35% — Do you know why?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54864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74336" y="23957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25% — Beyond the obvious?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42616"/>
            <a:ext cx="54864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974336" y="261518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every score component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3154680"/>
            <a:ext cx="4151376" cy="1719072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154680"/>
            <a:ext cx="4151376" cy="3017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154680"/>
            <a:ext cx="4151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" y="3502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On-Chain Verified NFT Certificate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2064" y="3931920"/>
            <a:ext cx="54864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044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NFT on Polygon Mumbai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" y="4151376"/>
            <a:ext cx="54864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1239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score, timestamp stored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" y="4370832"/>
            <a:ext cx="54864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3434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and permanently shareable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" y="4590288"/>
            <a:ext cx="54864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56285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on PolygonScan by anyone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81728" y="3154680"/>
            <a:ext cx="4151376" cy="1719072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3154680"/>
            <a:ext cx="4151376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4681728" y="3154680"/>
            <a:ext cx="4151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18888" y="3502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Candidate Leaderboard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46320" y="3931920"/>
            <a:ext cx="5486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4974336" y="39044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on-chain verified scores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151376"/>
            <a:ext cx="5486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4974336" y="41239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role, skill, score range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4370832"/>
            <a:ext cx="5486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9" name="Text 47"/>
          <p:cNvSpPr/>
          <p:nvPr/>
        </p:nvSpPr>
        <p:spPr>
          <a:xfrm>
            <a:off x="4974336" y="43434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browse and contact directly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590288"/>
            <a:ext cx="5486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1" name="Text 49"/>
          <p:cNvSpPr/>
          <p:nvPr/>
        </p:nvSpPr>
        <p:spPr>
          <a:xfrm>
            <a:off x="4974336" y="456285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profiles — wallet = identity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4" name="Text 52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layers. One seamless flow.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486400" cy="987552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1645920" cy="98755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+ Framer Motion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|  Interview Room  |  Certificate  |  Leaderboard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2194560"/>
            <a:ext cx="54864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5486400" cy="987552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1645920" cy="987552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505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028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Generation  →  Answer Analysis  →  Scoring Engine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34440" y="3364992"/>
            <a:ext cx="54864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547872"/>
            <a:ext cx="5486400" cy="987552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47872"/>
            <a:ext cx="1645920" cy="987552"/>
          </a:xfrm>
          <a:prstGeom prst="rect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21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Mumbai + ethers.js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40280" y="3822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 →  ERC-721 NFT Mint  →  On-Chain Storage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207008"/>
            <a:ext cx="2651760" cy="3401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answer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8653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066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reads 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2468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score returned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28712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calc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072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3273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→ Polygon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3474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675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hash returned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877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4078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updates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best. Deployed in 36 hours.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1325880" cy="4023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2070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207008"/>
            <a:ext cx="41148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2070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 + Framer Motion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728216"/>
            <a:ext cx="1325880" cy="40233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72821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1728216"/>
            <a:ext cx="41148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7282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249424"/>
            <a:ext cx="1325880" cy="40233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24942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2249424"/>
            <a:ext cx="41148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2494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Mumbai Testnet + ethers.js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770632"/>
            <a:ext cx="1325880" cy="4023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7706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Standard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770632"/>
            <a:ext cx="41148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2770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(OpenZeppelin)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291840"/>
            <a:ext cx="1325880" cy="40233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2918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3291840"/>
            <a:ext cx="41148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3291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Wallet Connect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3813048"/>
            <a:ext cx="1325880" cy="40233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81304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37360" y="3813048"/>
            <a:ext cx="41148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38130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+ Polygon chain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" y="4334256"/>
            <a:ext cx="1325880" cy="40233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43342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4334256"/>
            <a:ext cx="41148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43342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80760" y="1207008"/>
            <a:ext cx="2743200" cy="3392424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Polygon?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17830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65,000 TPS throughput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2286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₹0.001 per transaction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7889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EVM compatible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291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Production-grade chain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794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Immutable &amp; tamper-proof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/ Demo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login to blockchain certificate in under 5 minutes.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71600"/>
            <a:ext cx="1170432" cy="1170432"/>
          </a:xfrm>
          <a:prstGeom prst="ellipse">
            <a:avLst/>
          </a:prstGeom>
          <a:solidFill>
            <a:srgbClr val="3B82F6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371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9385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SETUP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517904" y="1920240"/>
            <a:ext cx="2743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651760"/>
            <a:ext cx="1316736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651760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 &amp;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92224" y="1371600"/>
            <a:ext cx="1170432" cy="1170432"/>
          </a:xfrm>
          <a:prstGeom prst="ellipse">
            <a:avLst/>
          </a:prstGeom>
          <a:solidFill>
            <a:srgbClr val="1D4ED8">
              <a:alpha val="80000"/>
            </a:srgbClr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1371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19072" y="19385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ROOM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62656" y="1920240"/>
            <a:ext cx="2743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719072" y="2651760"/>
            <a:ext cx="1316736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2651760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chatting on video conference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36976" y="1371600"/>
            <a:ext cx="1170432" cy="1170432"/>
          </a:xfrm>
          <a:prstGeom prst="ellipse">
            <a:avLst/>
          </a:prstGeom>
          <a:solidFill>
            <a:srgbClr val="8B5CF6">
              <a:alpha val="8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1371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63824" y="19385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407408" y="1920240"/>
            <a:ext cx="2743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3163824" y="2651760"/>
            <a:ext cx="1316736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2651760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adaptive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tasks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1371600"/>
            <a:ext cx="1170432" cy="1170432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371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08576" y="19385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SCORING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852160" y="1920240"/>
            <a:ext cx="2743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4608576" y="2651760"/>
            <a:ext cx="1316736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2651760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score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371600"/>
            <a:ext cx="1170432" cy="1170432"/>
          </a:xfrm>
          <a:prstGeom prst="ellipse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71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53328" y="19385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CERTIFICATE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296912" y="1920240"/>
            <a:ext cx="2743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6053328" y="2651760"/>
            <a:ext cx="1316736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2651760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NFT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10 seconds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71232" y="1371600"/>
            <a:ext cx="1170432" cy="1170432"/>
          </a:xfrm>
          <a:prstGeom prst="ellipse">
            <a:avLst/>
          </a:prstGeom>
          <a:solidFill>
            <a:srgbClr val="059669">
              <a:alpha val="8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1232" y="137160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498080" y="193852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498080" y="2651760"/>
            <a:ext cx="1316736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2651760"/>
            <a:ext cx="1316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find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" y="3767328"/>
            <a:ext cx="8449056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7673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flow completes in under 5 minutes — from login to blockchain certificate.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hard problems. Four smart solutions.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4114800" cy="1481328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Formula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=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(Relevance × 0.40) +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(Depth × 0.35) +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(Creativity × 0.25)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206240" cy="1481328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2070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54864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5544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Agent Builder → React + Claude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54864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8105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Room → Claude API live chat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084832"/>
            <a:ext cx="54864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20665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→ Weighted JSON output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340864"/>
            <a:ext cx="54864" cy="1645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23225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Mint → Polygon + ethers.js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761488"/>
            <a:ext cx="8449056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614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7614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Solved 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200400"/>
            <a:ext cx="42245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200400"/>
            <a:ext cx="413308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inconsistency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3200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system prompt + JSON schema enforced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621024"/>
            <a:ext cx="4224528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621024"/>
            <a:ext cx="4133088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6210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fee UX friction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36210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Pre-funded demo wallet — one-click mint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4041648"/>
            <a:ext cx="422452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4041648"/>
            <a:ext cx="413308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0416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in 36 hrs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40416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chain = canonical source of truth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4462272"/>
            <a:ext cx="4224528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4462272"/>
            <a:ext cx="4133088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462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felt arbitrary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44622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rubric + AI-written reasoning per score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080EB-97D8-D10C-8459-614210D2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62E5469-B5C8-BA8F-B39B-C23105B42E74}"/>
              </a:ext>
            </a:extLst>
          </p:cNvPr>
          <p:cNvSpPr/>
          <p:nvPr/>
        </p:nvSpPr>
        <p:spPr>
          <a:xfrm>
            <a:off x="183172" y="277749"/>
            <a:ext cx="3774874" cy="4754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E2AD15-471D-D140-0023-DB39CFFE596D}"/>
              </a:ext>
            </a:extLst>
          </p:cNvPr>
          <p:cNvSpPr/>
          <p:nvPr/>
        </p:nvSpPr>
        <p:spPr>
          <a:xfrm>
            <a:off x="527739" y="1127580"/>
            <a:ext cx="4282005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FED02C-FB6B-5372-5F20-2F6843921B08}"/>
              </a:ext>
            </a:extLst>
          </p:cNvPr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bg2"/>
                </a:solidFill>
              </a:rPr>
              <a:t>Results / Output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8156C9-2BCD-E2D0-4D9D-D2DFC92E47EF}"/>
              </a:ext>
            </a:extLst>
          </p:cNvPr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BED95B2-2F41-7F8A-C479-48470BD0C987}"/>
              </a:ext>
            </a:extLst>
          </p:cNvPr>
          <p:cNvSpPr/>
          <p:nvPr/>
        </p:nvSpPr>
        <p:spPr>
          <a:xfrm>
            <a:off x="347472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for Companies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0AB28C-D9F2-045F-D51C-E184B341910C}"/>
              </a:ext>
            </a:extLst>
          </p:cNvPr>
          <p:cNvSpPr/>
          <p:nvPr/>
        </p:nvSpPr>
        <p:spPr>
          <a:xfrm>
            <a:off x="347472" y="1600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CDADDE-6396-3439-6F0A-956FC47F31AA}"/>
              </a:ext>
            </a:extLst>
          </p:cNvPr>
          <p:cNvSpPr/>
          <p:nvPr/>
        </p:nvSpPr>
        <p:spPr>
          <a:xfrm>
            <a:off x="457200" y="2148840"/>
            <a:ext cx="17922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E0FB68-8698-2033-BB1E-8D73BD04750B}"/>
              </a:ext>
            </a:extLst>
          </p:cNvPr>
          <p:cNvSpPr/>
          <p:nvPr/>
        </p:nvSpPr>
        <p:spPr>
          <a:xfrm>
            <a:off x="2523744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Per-Hire Fee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2500B99-E49B-6716-7EC5-5FA4D23C168E}"/>
              </a:ext>
            </a:extLst>
          </p:cNvPr>
          <p:cNvSpPr/>
          <p:nvPr/>
        </p:nvSpPr>
        <p:spPr>
          <a:xfrm>
            <a:off x="2523744" y="1600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62FF534-C3A6-CA7E-66F8-45F941611B8E}"/>
              </a:ext>
            </a:extLst>
          </p:cNvPr>
          <p:cNvSpPr/>
          <p:nvPr/>
        </p:nvSpPr>
        <p:spPr>
          <a:xfrm>
            <a:off x="4700016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Candidates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ED82A5D-B4FD-82EA-5C15-E99A548CFFA5}"/>
              </a:ext>
            </a:extLst>
          </p:cNvPr>
          <p:cNvSpPr/>
          <p:nvPr/>
        </p:nvSpPr>
        <p:spPr>
          <a:xfrm>
            <a:off x="4700016" y="1600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7B308ED-9ED8-2906-022C-863A135E15A5}"/>
              </a:ext>
            </a:extLst>
          </p:cNvPr>
          <p:cNvSpPr/>
          <p:nvPr/>
        </p:nvSpPr>
        <p:spPr>
          <a:xfrm>
            <a:off x="457200" y="852678"/>
            <a:ext cx="6144768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kjkjk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18FBFC8-1122-301C-3000-37EF980FA41C}"/>
              </a:ext>
            </a:extLst>
          </p:cNvPr>
          <p:cNvSpPr/>
          <p:nvPr/>
        </p:nvSpPr>
        <p:spPr>
          <a:xfrm>
            <a:off x="6876288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8D9269A-8E14-39CA-B375-3337ADC30567}"/>
              </a:ext>
            </a:extLst>
          </p:cNvPr>
          <p:cNvSpPr/>
          <p:nvPr/>
        </p:nvSpPr>
        <p:spPr>
          <a:xfrm>
            <a:off x="6876288" y="1600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3B1F4C-6D2F-EE52-785E-A80BD1E9DC8B}"/>
              </a:ext>
            </a:extLst>
          </p:cNvPr>
          <p:cNvSpPr/>
          <p:nvPr/>
        </p:nvSpPr>
        <p:spPr>
          <a:xfrm>
            <a:off x="457200" y="2637774"/>
            <a:ext cx="8366761" cy="20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jhjh</a:t>
            </a: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72210A6-32CB-BE08-ADD1-11CF2CC06EFF}"/>
              </a:ext>
            </a:extLst>
          </p:cNvPr>
          <p:cNvSpPr/>
          <p:nvPr/>
        </p:nvSpPr>
        <p:spPr>
          <a:xfrm>
            <a:off x="502920" y="41330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2865E9A-F807-8B45-6FB4-B42A78D75E66}"/>
              </a:ext>
            </a:extLst>
          </p:cNvPr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1D9DF31-FF1D-588B-584A-36730A6A2FE3}"/>
              </a:ext>
            </a:extLst>
          </p:cNvPr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4816A8C-BD6D-6255-B6A4-5BDB4D3F3992}"/>
              </a:ext>
            </a:extLst>
          </p:cNvPr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A92EFB2-604B-EC8C-F82F-1B0AB2461FF3}"/>
              </a:ext>
            </a:extLst>
          </p:cNvPr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301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 Everyone in the hiring chain.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4151376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170432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CANDIDATES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627632"/>
            <a:ext cx="4151376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627632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682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Graduates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experience — want proof of skill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286000"/>
            <a:ext cx="4151376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28600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23408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Learners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credible portfolio alternatives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4151376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944368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9992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Job Seekers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talent with no local 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602736"/>
            <a:ext cx="4151376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602736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3657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2/3 City Talent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" y="3895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 skill, not college brand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170432"/>
            <a:ext cx="4151376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170432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COMPANIES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627632"/>
            <a:ext cx="4151376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627632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682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Startups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verified hiring pipelines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4151376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28600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23408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 Companies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talent — no in-person needed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944368"/>
            <a:ext cx="4151376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944368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9992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resume screening noise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602736"/>
            <a:ext cx="4151376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602736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3657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Bootcamps &amp; Colleges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28032" y="3895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graduates with proof-of-skill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" y="4297680"/>
            <a:ext cx="8449056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2976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1.5M engineering graduates/year  ·  Global: 300M+ job seekers  ·  $215B recruitment market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4" name="Text 42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is just the beginning.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670048" cy="35204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70432"/>
            <a:ext cx="2670048" cy="658368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18872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SHORT TERM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0–6 months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" y="19385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202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mainnet deployment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" y="250545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871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support per company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" y="307238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0540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 pages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" y="363931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6210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analytics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170432"/>
            <a:ext cx="2670048" cy="352044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170432"/>
            <a:ext cx="2670048" cy="658368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18872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 TERM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193852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3602736" y="19202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250545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02736" y="24871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import as bonus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4992" y="307238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3602736" y="30540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skills passport (portable)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3639312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3602736" y="36210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third-party HR tools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53328" y="1170432"/>
            <a:ext cx="2670048" cy="3520440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1170432"/>
            <a:ext cx="2670048" cy="658368"/>
          </a:xfrm>
          <a:prstGeom prst="rect">
            <a:avLst/>
          </a:prstGeom>
          <a:solidFill>
            <a:srgbClr val="02C39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190488" y="1188720"/>
            <a:ext cx="23957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 TERM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1–3 years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93852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664" y="19202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 support (ETH, Solana)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505456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24871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for 50+ job categories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0723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455664" y="305409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employer marketplace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63931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6210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skill certification tie-up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B307347-8088-3E7E-5E9C-7BD4EDFB8CC9}"/>
              </a:ext>
            </a:extLst>
          </p:cNvPr>
          <p:cNvSpPr/>
          <p:nvPr/>
        </p:nvSpPr>
        <p:spPr>
          <a:xfrm>
            <a:off x="228892" y="269748"/>
            <a:ext cx="3774874" cy="4754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7739" y="1127580"/>
            <a:ext cx="4282005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 and market scope.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for Companies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600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7922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23744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Per-Hire Fee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23744" y="1600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0016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Candidates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0016" y="1600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852678"/>
            <a:ext cx="6144768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B2C &amp; Web3 Revenue Streams (For Candidates):</a:t>
            </a:r>
          </a:p>
          <a:p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Minting &amp; Verification Fees:</a:t>
            </a: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A small platform fee (in fiat or crypto) to permanently mint the verified performance score as an ERC-721 NFT on the Polygon blockchain.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Premium Candidate Tools:</a:t>
            </a: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Monetizing advanced preparation tools, such as unlimited AI mock interviews, deep-dive skill analytics, and AI-driven coaching to help candidates improve their rank on the leaderboard.</a:t>
            </a:r>
          </a:p>
          <a:p>
            <a:pPr marL="0" indent="0" algn="ctr">
              <a:lnSpc>
                <a:spcPct val="130000"/>
              </a:lnSpc>
              <a:buNone/>
            </a:pP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76288" y="1170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76288" y="1600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2637774"/>
            <a:ext cx="8366761" cy="20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Market Scope &amp; Addressable Audience:</a:t>
            </a:r>
          </a:p>
          <a:p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global AI in talent acquisition market is experiencing rapid growth, projected to reach $1.6 billion in 2026 and $3.16 billion by 2030.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verifiable credentials platform market, which powers blockchain-based identity and certification, was valued at $1.8 billion in 2025 and is projected to reach $12.6 billion by 2034.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There is a massive global talent pool to tap into, including over 300 million global job seekers and high-volume markets like India, which produces 1.5 million engineering graduates annually.</a:t>
            </a:r>
          </a:p>
          <a:p>
            <a:pPr marL="0" indent="0" algn="ctr">
              <a:lnSpc>
                <a:spcPct val="130000"/>
              </a:lnSpc>
              <a:buNone/>
            </a:pPr>
            <a:endParaRPr lang="en-US" sz="11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41330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key highlights.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4224528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70432"/>
            <a:ext cx="457200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70432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350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the resume with a live 5-minute AI interview — no gatekeepers.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313432"/>
            <a:ext cx="4224528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313432"/>
            <a:ext cx="457200" cy="9875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313432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780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3-axis scoring engine (Relevance, Depth, Creativity) with weighted formula.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456432"/>
            <a:ext cx="4224528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3456432"/>
            <a:ext cx="457200" cy="9875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3456432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6210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Minted every score as an ERC-721 NFT on Polygon — tamper-proof forever.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9744" y="1170432"/>
            <a:ext cx="4224528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1170432"/>
            <a:ext cx="457200" cy="9875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809744" y="1170432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76672" y="13350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verified global leaderboard — no fake profiles, wallet = identity.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9744" y="2313432"/>
            <a:ext cx="4224528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2313432"/>
            <a:ext cx="457200" cy="9875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2313432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76672" y="24780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3 hackathon tracks: AI Agents + Polygon On-Chain + Gamified Learning.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9744" y="3456432"/>
            <a:ext cx="4224528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3456432"/>
            <a:ext cx="457200" cy="9875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809744" y="3456432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36210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deployed a working prototype in 36 hours at IIIT Sonepat.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4681728"/>
            <a:ext cx="1143000" cy="292608"/>
          </a:xfrm>
          <a:prstGeom prst="rect">
            <a:avLst/>
          </a:prstGeom>
          <a:solidFill>
            <a:srgbClr val="0D1F3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4681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93024" y="46817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Ninjaz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 of hiring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a conversation.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3317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AgentHire replaces the resume with performance,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waiting with instant results,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replaces credentials with on-chain proof.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3364992"/>
            <a:ext cx="5120640" cy="1170432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4290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Code Ninjaz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3794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Verma  ·  Bhavya Anand  ·  Naitik Yadav  ·  Arnav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Sonepat  ·  HackIndia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7315200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663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 ·  Q&amp;A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1351</Words>
  <Application>Microsoft Office PowerPoint</Application>
  <PresentationFormat>On-screen Show (16:9)</PresentationFormat>
  <Paragraphs>326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Arnav Rajput</cp:lastModifiedBy>
  <cp:revision>2</cp:revision>
  <dcterms:created xsi:type="dcterms:W3CDTF">2026-04-25T23:32:28Z</dcterms:created>
  <dcterms:modified xsi:type="dcterms:W3CDTF">2026-04-26T02:37:00Z</dcterms:modified>
</cp:coreProperties>
</file>